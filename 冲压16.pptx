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0" r:id="rId12"/>
    <p:sldId id="271" r:id="rId13"/>
    <p:sldId id="267" r:id="rId14"/>
    <p:sldId id="269" r:id="rId15"/>
    <p:sldId id="268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1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9143D0-D4DD-5F6B-9026-BE4697954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36D57A4-3714-7D46-AF2D-D6D6FCDB8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CA609F-FBB4-8683-1CF8-03D30AF39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AE92-D979-470F-A4CC-7B0C7C6A4DB4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806778-0605-9735-D44B-15A5F195E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2B64C0-A03A-C3AC-7889-90213947E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726E-725A-4617-AD4D-8EE331C692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4060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C2E8D0-8EF9-8893-9FE1-1BDC2219B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D7577E-F9AF-7C41-3A5C-07B41EB0D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9371C6-4DBD-7E4E-D0CD-9A9BC70D9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AE92-D979-470F-A4CC-7B0C7C6A4DB4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7A6F0F-841A-6A96-48F2-F64C24A5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D58533-3097-EE8A-7E14-D9B18F64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726E-725A-4617-AD4D-8EE331C692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054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95E5C0-4723-6A35-943F-4489658EC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0769204-0A4C-F31A-2281-FEA6F9003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0B4594-D256-A7EC-870C-7351B92B5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AE92-D979-470F-A4CC-7B0C7C6A4DB4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DA291E-1B49-EA87-2048-16A6BCE6B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CDEC69-77FE-B159-460A-DB4222D51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726E-725A-4617-AD4D-8EE331C692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7340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B56F33-B252-47DF-7E53-E52CFB38F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8941CE-6D06-6ACF-5BB1-E8D9F9296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ADBDA1-8935-2588-E365-9D4BD80BA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27A0161-8057-0A63-9F71-B55185B1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AE92-D979-470F-A4CC-7B0C7C6A4DB4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9858D6A-9DCF-31CF-B115-37477222A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65D5784-0A1D-70E5-9CF0-BF9DB6021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726E-725A-4617-AD4D-8EE331C692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782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3B68A8-7D7E-499D-2E4A-E15E258F3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7C5901-C0CF-BE0E-4C06-90AF1BA5C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BF1500A-E2C7-C139-8C40-F8A75CDC3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8416F1B-0716-8ADC-40BF-D1B54503A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BA9B8A9-D59B-0E12-6A54-D01A3E61DC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5483DE7-B54E-B63C-6F2F-7CA638DAC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AE92-D979-470F-A4CC-7B0C7C6A4DB4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6EDDA11-E918-D04C-D4CE-D8BAA66D7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2DFBE6E-ABB3-D37D-5229-C47AA29F0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726E-725A-4617-AD4D-8EE331C692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652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0243E7-CAA8-7A1B-5F7A-C74BACB89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9195A3F-50A8-DC11-DB16-0875FAC0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AE92-D979-470F-A4CC-7B0C7C6A4DB4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0A59223-EB33-4C6F-7C6C-D2E9F536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1B292F-2F3E-8C6E-2667-B16827C0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726E-725A-4617-AD4D-8EE331C692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323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E317509-9212-C0CF-9C3B-BE531079C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AE92-D979-470F-A4CC-7B0C7C6A4DB4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99C3149-99D3-FDA3-135E-DD3B0127F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92FA59-338A-A6C7-E397-E36804CA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726E-725A-4617-AD4D-8EE331C692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1300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BACD04-1913-D695-B7F0-188CC1BAF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0E7EDD-2EE1-3147-0DD2-2CE222B38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D40A8F2-184C-6704-17EE-03B2899C0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B8B6AF2-12F6-2DEC-39AF-D0B28F78D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AE92-D979-470F-A4CC-7B0C7C6A4DB4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F525D4D-E585-E5CD-371B-436CF796C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8DC65FD-9BFC-0403-D80F-8902916FA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726E-725A-4617-AD4D-8EE331C692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639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D95645-78D6-F021-7A29-26034AD5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C3FCF49-B6A3-E38E-9064-810993FD6E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2D03AB7-BCED-39B5-0C8E-16DC827CD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9D1B1D-C5F4-DD87-42C2-A19604208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AE92-D979-470F-A4CC-7B0C7C6A4DB4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F01B4CB-661E-F6B4-25DC-D56DDB45B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79BAAC7-B3EF-DA52-D24D-1C66AF4E0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726E-725A-4617-AD4D-8EE331C692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403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493CD2-0673-A37F-58C0-59E425620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C2CC2DF-B372-6232-5DC3-5DAC2BF3F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E59725-CDBA-A01D-2EF7-9AC16B10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AE92-D979-470F-A4CC-7B0C7C6A4DB4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032913-C8D4-F7EF-52E5-3F0FB15DE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A25609-0265-260D-826D-2B9912D46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726E-725A-4617-AD4D-8EE331C692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7353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B194CD3-2B58-F34E-AD1E-A0F4B96C0D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8D940D3-E7B3-77A3-7DB1-B85474ED8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B21FF3-B3D5-696B-E8B1-974C28B5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AE92-D979-470F-A4CC-7B0C7C6A4DB4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0E4503-A3F2-0EAC-F247-2B6F8113C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BB8695-523F-91EB-7476-6915E465D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0726E-725A-4617-AD4D-8EE331C692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1899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6A0BD46-70EA-4188-ADF3-3332DB9B0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80B2A23-FBAD-45E7-7562-21849F845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6F3835-2FAE-B06F-7106-D1C1D2A01B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63AE92-D979-470F-A4CC-7B0C7C6A4DB4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4B373C-37F5-D514-ADF2-BA3AB66BA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BD5611-D8F5-B882-CBBE-5872737AA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0726E-725A-4617-AD4D-8EE331C692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6456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3ADF465-BA01-E3B5-FC35-87723CC52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394"/>
            <a:ext cx="12192000" cy="5697212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13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7B680B2-E770-524E-BDE2-7A77C11F6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210"/>
            <a:ext cx="12192000" cy="660758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D297E85-C422-223E-9D17-6B600D3C8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79" y="531046"/>
            <a:ext cx="5780621" cy="3369746"/>
          </a:xfrm>
          <a:prstGeom prst="rect">
            <a:avLst/>
          </a:prstGeom>
        </p:spPr>
      </p:pic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0C24C1B-6C1B-6C1E-A2EB-67AEBBFD5DCF}"/>
              </a:ext>
            </a:extLst>
          </p:cNvPr>
          <p:cNvCxnSpPr/>
          <p:nvPr/>
        </p:nvCxnSpPr>
        <p:spPr>
          <a:xfrm flipH="1" flipV="1">
            <a:off x="6167336" y="2256817"/>
            <a:ext cx="1595336" cy="77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614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D621B76-8103-D26A-E331-1865DA45D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088"/>
            <a:ext cx="12192000" cy="664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0C3E987-510E-CA99-C939-9932CD23D4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24"/>
          <a:stretch>
            <a:fillRect/>
          </a:stretch>
        </p:blipFill>
        <p:spPr>
          <a:xfrm>
            <a:off x="3035030" y="2725335"/>
            <a:ext cx="9156970" cy="413266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289F60E-79A9-88EE-5866-4239EA6C6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11597" cy="375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83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502F72B-765E-D106-F865-C6D0E3F510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83"/>
          <a:stretch>
            <a:fillRect/>
          </a:stretch>
        </p:blipFill>
        <p:spPr>
          <a:xfrm>
            <a:off x="0" y="0"/>
            <a:ext cx="12192000" cy="3429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631DE0F-392F-B67E-C52E-5D1F663A9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29420"/>
            <a:ext cx="8083685" cy="382858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45A0947-77D5-2CA3-60EE-155E2088F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685" y="2865903"/>
            <a:ext cx="4108315" cy="39920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5356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76F9889E-293C-8196-5551-28D7120CB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07" y="1623760"/>
            <a:ext cx="3600953" cy="3629532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60C1C48-9F13-E30B-9A2E-10B16EF9C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18" y="1604708"/>
            <a:ext cx="3858163" cy="3648584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BE9881B-D605-D4F3-C75F-B85E14006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839" y="1623760"/>
            <a:ext cx="3734321" cy="363905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2F0B1D8-94DE-B6C5-407C-1FAB247480BE}"/>
              </a:ext>
            </a:extLst>
          </p:cNvPr>
          <p:cNvSpPr/>
          <p:nvPr/>
        </p:nvSpPr>
        <p:spPr>
          <a:xfrm>
            <a:off x="4263386" y="0"/>
            <a:ext cx="36652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作動提示燈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3526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1602F9-CAFB-D7B8-B1EE-F540604CDE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26" r="14305" b="1"/>
          <a:stretch>
            <a:fillRect/>
          </a:stretch>
        </p:blipFill>
        <p:spPr>
          <a:xfrm>
            <a:off x="1071642" y="643467"/>
            <a:ext cx="10048715" cy="5571065"/>
          </a:xfrm>
          <a:prstGeom prst="rect">
            <a:avLst/>
          </a:prstGeom>
          <a:ln>
            <a:noFill/>
          </a:ln>
        </p:spPr>
      </p:pic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9CD9AA-8A52-7093-8386-0591C5644294}"/>
              </a:ext>
            </a:extLst>
          </p:cNvPr>
          <p:cNvSpPr/>
          <p:nvPr/>
        </p:nvSpPr>
        <p:spPr>
          <a:xfrm>
            <a:off x="5311168" y="0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開始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31492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B4C17-6629-D802-AF0E-F8B73C2F8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92954E92-ED6F-E17E-3E56-38C08892D7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380" b="-1"/>
          <a:stretch>
            <a:fillRect/>
          </a:stretch>
        </p:blipFill>
        <p:spPr>
          <a:xfrm>
            <a:off x="1071627" y="643467"/>
            <a:ext cx="10048745" cy="5571065"/>
          </a:xfrm>
          <a:prstGeom prst="rect">
            <a:avLst/>
          </a:prstGeom>
          <a:ln>
            <a:noFill/>
          </a:ln>
        </p:spPr>
      </p:pic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AA02A8-A88F-A2CE-7B6E-40402ED37D79}"/>
              </a:ext>
            </a:extLst>
          </p:cNvPr>
          <p:cNvSpPr/>
          <p:nvPr/>
        </p:nvSpPr>
        <p:spPr>
          <a:xfrm>
            <a:off x="4618678" y="0"/>
            <a:ext cx="29546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控制上下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6271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F4BEE-6400-9CA8-6412-65B7FFD39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71795BD6-B048-D461-1AC2-0DDE21A01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561507"/>
            <a:ext cx="10905066" cy="373498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D1B6B7-3278-DEDD-BDEF-5C96A20FB93C}"/>
              </a:ext>
            </a:extLst>
          </p:cNvPr>
          <p:cNvSpPr/>
          <p:nvPr/>
        </p:nvSpPr>
        <p:spPr>
          <a:xfrm>
            <a:off x="4618674" y="0"/>
            <a:ext cx="29546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控制左右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1466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DCF3CB-59B8-7757-1287-C1C67E3E7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CF5A2623-107D-48F3-8CBC-DDEAEAD61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89102"/>
            <a:ext cx="10905066" cy="547979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04580F-FD10-98C2-4B6B-020841CF516B}"/>
              </a:ext>
            </a:extLst>
          </p:cNvPr>
          <p:cNvSpPr/>
          <p:nvPr/>
        </p:nvSpPr>
        <p:spPr>
          <a:xfrm>
            <a:off x="1848693" y="0"/>
            <a:ext cx="84946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控制回歸以及控制磁鐵開關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84299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26C19FB-42AD-F5FE-C1E8-B7C54794BCF2}"/>
              </a:ext>
            </a:extLst>
          </p:cNvPr>
          <p:cNvSpPr/>
          <p:nvPr/>
        </p:nvSpPr>
        <p:spPr>
          <a:xfrm>
            <a:off x="1360544" y="188424"/>
            <a:ext cx="2061557" cy="83127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開始</a:t>
            </a:r>
            <a:r>
              <a:rPr lang="en-US" altLang="zh-CN" dirty="0"/>
              <a:t>/</a:t>
            </a:r>
            <a:r>
              <a:rPr lang="zh-CN" altLang="en-US" dirty="0"/>
              <a:t>開機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35F07E-B6C3-879C-6A61-03A8E5312CFD}"/>
              </a:ext>
            </a:extLst>
          </p:cNvPr>
          <p:cNvSpPr/>
          <p:nvPr/>
        </p:nvSpPr>
        <p:spPr>
          <a:xfrm>
            <a:off x="1360542" y="1461656"/>
            <a:ext cx="2061557" cy="831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系統初始化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C52C57-E01B-C4EF-4B9A-8EDF545DE191}"/>
              </a:ext>
            </a:extLst>
          </p:cNvPr>
          <p:cNvSpPr/>
          <p:nvPr/>
        </p:nvSpPr>
        <p:spPr>
          <a:xfrm>
            <a:off x="1360543" y="2734889"/>
            <a:ext cx="2061557" cy="831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回原點</a:t>
            </a:r>
            <a:endParaRPr lang="zh-TW" altLang="en-US" dirty="0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C0C1AC4D-E061-5A2E-18B9-5D8355439F97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 flipH="1">
            <a:off x="2391321" y="1019696"/>
            <a:ext cx="2" cy="44196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4217FE1E-6EBB-872D-296C-54FB04A0F363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2391321" y="2292928"/>
            <a:ext cx="1" cy="44196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流程圖: 決策 6">
            <a:extLst>
              <a:ext uri="{FF2B5EF4-FFF2-40B4-BE49-F238E27FC236}">
                <a16:creationId xmlns:a16="http://schemas.microsoft.com/office/drawing/2014/main" id="{F2DAEDFF-75F2-5A0F-DB60-BC0FD8BCEF41}"/>
              </a:ext>
            </a:extLst>
          </p:cNvPr>
          <p:cNvSpPr/>
          <p:nvPr/>
        </p:nvSpPr>
        <p:spPr>
          <a:xfrm>
            <a:off x="837396" y="4008121"/>
            <a:ext cx="3100623" cy="1518472"/>
          </a:xfrm>
          <a:prstGeom prst="flowChartDecisio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確認模具</a:t>
            </a:r>
            <a:r>
              <a:rPr lang="en-US" altLang="zh-CN" dirty="0"/>
              <a:t>---</a:t>
            </a:r>
            <a:r>
              <a:rPr lang="zh-CN" altLang="en-US" dirty="0"/>
              <a:t>有工件嗎？</a:t>
            </a:r>
            <a:endParaRPr lang="zh-TW" altLang="en-US" dirty="0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049A948E-F813-6DD2-C2A5-84C65ECD9C94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2387708" y="3566161"/>
            <a:ext cx="3614" cy="44196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CF2BC778-153B-A3F4-CE1D-7303FB0DB65E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3938019" y="581892"/>
            <a:ext cx="789158" cy="4185465"/>
          </a:xfrm>
          <a:prstGeom prst="bentConnector3">
            <a:avLst>
              <a:gd name="adj1" fmla="val 28354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52F16A29-247C-D48F-8719-7B5B4FFF1CDE}"/>
              </a:ext>
            </a:extLst>
          </p:cNvPr>
          <p:cNvSpPr/>
          <p:nvPr/>
        </p:nvSpPr>
        <p:spPr>
          <a:xfrm>
            <a:off x="4727177" y="166256"/>
            <a:ext cx="2061557" cy="831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移動到模具一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6D3448-72A6-7FAF-4593-33D78D82583E}"/>
              </a:ext>
            </a:extLst>
          </p:cNvPr>
          <p:cNvSpPr/>
          <p:nvPr/>
        </p:nvSpPr>
        <p:spPr>
          <a:xfrm>
            <a:off x="4727176" y="1439488"/>
            <a:ext cx="2061557" cy="831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磁吸工件</a:t>
            </a:r>
            <a:endParaRPr lang="zh-TW" altLang="en-US" dirty="0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3D671044-164A-1F74-D0AF-B2AA43BCAA15}"/>
              </a:ext>
            </a:extLst>
          </p:cNvPr>
          <p:cNvCxnSpPr>
            <a:cxnSpLocks/>
            <a:stCxn id="11" idx="2"/>
            <a:endCxn id="44" idx="0"/>
          </p:cNvCxnSpPr>
          <p:nvPr/>
        </p:nvCxnSpPr>
        <p:spPr>
          <a:xfrm flipH="1">
            <a:off x="5757952" y="2270760"/>
            <a:ext cx="3" cy="36502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4510C72F-9683-99F0-98CA-84F2DA0E536A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5757955" y="997528"/>
            <a:ext cx="1" cy="44196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2CD27A74-6B8F-C3B2-A078-DB5DA49BE8A2}"/>
              </a:ext>
            </a:extLst>
          </p:cNvPr>
          <p:cNvCxnSpPr>
            <a:cxnSpLocks/>
            <a:stCxn id="44" idx="3"/>
            <a:endCxn id="25" idx="2"/>
          </p:cNvCxnSpPr>
          <p:nvPr/>
        </p:nvCxnSpPr>
        <p:spPr>
          <a:xfrm flipV="1">
            <a:off x="7167506" y="2093421"/>
            <a:ext cx="84376" cy="1111945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A8F9922B-1B68-D64F-FE20-E6152816E77B}"/>
              </a:ext>
            </a:extLst>
          </p:cNvPr>
          <p:cNvSpPr/>
          <p:nvPr/>
        </p:nvSpPr>
        <p:spPr>
          <a:xfrm>
            <a:off x="3907112" y="2133231"/>
            <a:ext cx="520932" cy="6400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E343716-628C-4B14-545F-BADDE8A6DAEB}"/>
              </a:ext>
            </a:extLst>
          </p:cNvPr>
          <p:cNvSpPr/>
          <p:nvPr/>
        </p:nvSpPr>
        <p:spPr>
          <a:xfrm>
            <a:off x="4727171" y="4835425"/>
            <a:ext cx="2061557" cy="831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移動到模具二</a:t>
            </a:r>
            <a:endParaRPr lang="zh-TW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09A30C75-1CFE-E9AE-51C3-DB6F8AD0E0F1}"/>
              </a:ext>
            </a:extLst>
          </p:cNvPr>
          <p:cNvCxnSpPr>
            <a:cxnSpLocks/>
            <a:stCxn id="44" idx="2"/>
            <a:endCxn id="17" idx="0"/>
          </p:cNvCxnSpPr>
          <p:nvPr/>
        </p:nvCxnSpPr>
        <p:spPr>
          <a:xfrm flipH="1">
            <a:off x="5757950" y="3774951"/>
            <a:ext cx="2" cy="106047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818AAAB2-E221-4A6B-7DEA-603C4328EFBE}"/>
              </a:ext>
            </a:extLst>
          </p:cNvPr>
          <p:cNvSpPr/>
          <p:nvPr/>
        </p:nvSpPr>
        <p:spPr>
          <a:xfrm>
            <a:off x="7031043" y="4835425"/>
            <a:ext cx="2061557" cy="831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放下工件</a:t>
            </a:r>
            <a:endParaRPr lang="zh-TW" altLang="en-US" dirty="0"/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A980D8E9-A66E-00FD-43F7-02853C9E56CD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6788728" y="5251061"/>
            <a:ext cx="24231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04C3673C-AC8B-E34B-EE0B-C392360A172F}"/>
              </a:ext>
            </a:extLst>
          </p:cNvPr>
          <p:cNvCxnSpPr>
            <a:cxnSpLocks/>
            <a:stCxn id="19" idx="3"/>
            <a:endCxn id="77" idx="1"/>
          </p:cNvCxnSpPr>
          <p:nvPr/>
        </p:nvCxnSpPr>
        <p:spPr>
          <a:xfrm>
            <a:off x="9092600" y="5251061"/>
            <a:ext cx="242316" cy="819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59296916-4C1B-2859-CA7F-485ECE429C76}"/>
              </a:ext>
            </a:extLst>
          </p:cNvPr>
          <p:cNvCxnSpPr>
            <a:cxnSpLocks/>
            <a:stCxn id="77" idx="0"/>
            <a:endCxn id="35" idx="2"/>
          </p:cNvCxnSpPr>
          <p:nvPr/>
        </p:nvCxnSpPr>
        <p:spPr>
          <a:xfrm rot="16200000" flipV="1">
            <a:off x="8530291" y="2475489"/>
            <a:ext cx="2486296" cy="1942062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接點: 肘形 23">
            <a:extLst>
              <a:ext uri="{FF2B5EF4-FFF2-40B4-BE49-F238E27FC236}">
                <a16:creationId xmlns:a16="http://schemas.microsoft.com/office/drawing/2014/main" id="{AE36FE99-16AB-D21B-AB78-B284A0DCFD63}"/>
              </a:ext>
            </a:extLst>
          </p:cNvPr>
          <p:cNvCxnSpPr>
            <a:cxnSpLocks/>
            <a:stCxn id="77" idx="2"/>
            <a:endCxn id="4" idx="1"/>
          </p:cNvCxnSpPr>
          <p:nvPr/>
        </p:nvCxnSpPr>
        <p:spPr>
          <a:xfrm rot="5400000" flipH="1">
            <a:off x="4713350" y="-202281"/>
            <a:ext cx="2678314" cy="9383927"/>
          </a:xfrm>
          <a:prstGeom prst="bentConnector4">
            <a:avLst>
              <a:gd name="adj1" fmla="val -26168"/>
              <a:gd name="adj2" fmla="val 110788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0E33D929-4DBF-BA24-ED96-DE87A0BF8435}"/>
              </a:ext>
            </a:extLst>
          </p:cNvPr>
          <p:cNvSpPr/>
          <p:nvPr/>
        </p:nvSpPr>
        <p:spPr>
          <a:xfrm>
            <a:off x="6991416" y="1453342"/>
            <a:ext cx="520932" cy="6400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否</a:t>
            </a:r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602E432-B7DB-4A47-D696-CA7C57C28263}"/>
              </a:ext>
            </a:extLst>
          </p:cNvPr>
          <p:cNvSpPr/>
          <p:nvPr/>
        </p:nvSpPr>
        <p:spPr>
          <a:xfrm>
            <a:off x="9516122" y="3108960"/>
            <a:ext cx="520932" cy="6400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否</a:t>
            </a:r>
            <a:endParaRPr lang="zh-TW" altLang="en-US" dirty="0"/>
          </a:p>
        </p:txBody>
      </p:sp>
      <p:cxnSp>
        <p:nvCxnSpPr>
          <p:cNvPr id="27" name="接點: 肘形 26">
            <a:extLst>
              <a:ext uri="{FF2B5EF4-FFF2-40B4-BE49-F238E27FC236}">
                <a16:creationId xmlns:a16="http://schemas.microsoft.com/office/drawing/2014/main" id="{623E7DDA-CD81-D77B-4A05-888686A1B803}"/>
              </a:ext>
            </a:extLst>
          </p:cNvPr>
          <p:cNvCxnSpPr>
            <a:cxnSpLocks/>
            <a:stCxn id="7" idx="1"/>
            <a:endCxn id="7" idx="2"/>
          </p:cNvCxnSpPr>
          <p:nvPr/>
        </p:nvCxnSpPr>
        <p:spPr>
          <a:xfrm rot="10800000" flipH="1" flipV="1">
            <a:off x="837396" y="4767357"/>
            <a:ext cx="1550312" cy="759236"/>
          </a:xfrm>
          <a:prstGeom prst="bentConnector4">
            <a:avLst>
              <a:gd name="adj1" fmla="val -14745"/>
              <a:gd name="adj2" fmla="val 130109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19A97231-6B2B-B3F2-C11B-2125D651A8B5}"/>
              </a:ext>
            </a:extLst>
          </p:cNvPr>
          <p:cNvSpPr/>
          <p:nvPr/>
        </p:nvSpPr>
        <p:spPr>
          <a:xfrm>
            <a:off x="926597" y="5495835"/>
            <a:ext cx="520932" cy="6400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否</a:t>
            </a:r>
            <a:endParaRPr lang="zh-TW" altLang="en-US" dirty="0"/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B41E7A13-FB6A-1A80-AE3A-3670EC989B11}"/>
              </a:ext>
            </a:extLst>
          </p:cNvPr>
          <p:cNvCxnSpPr>
            <a:cxnSpLocks/>
            <a:stCxn id="25" idx="3"/>
            <a:endCxn id="35" idx="1"/>
          </p:cNvCxnSpPr>
          <p:nvPr/>
        </p:nvCxnSpPr>
        <p:spPr>
          <a:xfrm>
            <a:off x="7512348" y="1773382"/>
            <a:ext cx="259281" cy="1435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62E38F04-78FB-8F00-F268-A0AE667E513E}"/>
              </a:ext>
            </a:extLst>
          </p:cNvPr>
          <p:cNvSpPr/>
          <p:nvPr/>
        </p:nvSpPr>
        <p:spPr>
          <a:xfrm>
            <a:off x="7771629" y="1372100"/>
            <a:ext cx="2061557" cy="8312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Error</a:t>
            </a:r>
            <a:endParaRPr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5ADDECA-4AAC-5118-3070-106EFB006B65}"/>
              </a:ext>
            </a:extLst>
          </p:cNvPr>
          <p:cNvSpPr/>
          <p:nvPr/>
        </p:nvSpPr>
        <p:spPr>
          <a:xfrm>
            <a:off x="10092467" y="1372100"/>
            <a:ext cx="2061557" cy="8312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停機</a:t>
            </a:r>
            <a:endParaRPr lang="zh-TW" altLang="en-US" dirty="0"/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8EFBA89B-8F0E-1550-AD3F-519E05582A0C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>
            <a:off x="9833186" y="1787736"/>
            <a:ext cx="259281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流程圖: 決策 43">
            <a:extLst>
              <a:ext uri="{FF2B5EF4-FFF2-40B4-BE49-F238E27FC236}">
                <a16:creationId xmlns:a16="http://schemas.microsoft.com/office/drawing/2014/main" id="{CFEE3F34-D68B-4187-427C-E0C9BEE2A082}"/>
              </a:ext>
            </a:extLst>
          </p:cNvPr>
          <p:cNvSpPr/>
          <p:nvPr/>
        </p:nvSpPr>
        <p:spPr>
          <a:xfrm>
            <a:off x="4348398" y="2635780"/>
            <a:ext cx="2819108" cy="1139171"/>
          </a:xfrm>
          <a:prstGeom prst="flowChartDecisio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確認</a:t>
            </a:r>
            <a:endParaRPr lang="en-US" altLang="zh-CN" dirty="0"/>
          </a:p>
          <a:p>
            <a:pPr algn="ctr"/>
            <a:r>
              <a:rPr lang="zh-CN" altLang="en-US" dirty="0"/>
              <a:t>已磁吸？</a:t>
            </a:r>
            <a:endParaRPr lang="zh-TW" altLang="en-US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4BDBA35-8E38-6887-DE62-875CE27A3FDA}"/>
              </a:ext>
            </a:extLst>
          </p:cNvPr>
          <p:cNvSpPr/>
          <p:nvPr/>
        </p:nvSpPr>
        <p:spPr>
          <a:xfrm>
            <a:off x="5503836" y="3924877"/>
            <a:ext cx="520932" cy="6400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</a:t>
            </a:r>
            <a:endParaRPr lang="zh-TW" altLang="en-US" dirty="0"/>
          </a:p>
        </p:txBody>
      </p:sp>
      <p:sp>
        <p:nvSpPr>
          <p:cNvPr id="77" name="流程圖: 決策 76">
            <a:extLst>
              <a:ext uri="{FF2B5EF4-FFF2-40B4-BE49-F238E27FC236}">
                <a16:creationId xmlns:a16="http://schemas.microsoft.com/office/drawing/2014/main" id="{D29E996F-0425-DEF4-5E9F-24F5733BD369}"/>
              </a:ext>
            </a:extLst>
          </p:cNvPr>
          <p:cNvSpPr/>
          <p:nvPr/>
        </p:nvSpPr>
        <p:spPr>
          <a:xfrm>
            <a:off x="9334916" y="4689668"/>
            <a:ext cx="2819108" cy="1139171"/>
          </a:xfrm>
          <a:prstGeom prst="flowChartDecisio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確認</a:t>
            </a:r>
            <a:endParaRPr lang="en-US" altLang="zh-CN" dirty="0"/>
          </a:p>
          <a:p>
            <a:pPr algn="ctr"/>
            <a:r>
              <a:rPr lang="zh-CN" altLang="en-US" dirty="0"/>
              <a:t>已放下？</a:t>
            </a:r>
            <a:endParaRPr lang="zh-TW" altLang="en-US" dirty="0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53C716B-7E8C-562D-91A3-62C36026A08A}"/>
              </a:ext>
            </a:extLst>
          </p:cNvPr>
          <p:cNvSpPr/>
          <p:nvPr/>
        </p:nvSpPr>
        <p:spPr>
          <a:xfrm>
            <a:off x="5243370" y="6135914"/>
            <a:ext cx="520932" cy="64007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</a:t>
            </a:r>
            <a:endParaRPr lang="zh-TW" altLang="en-US" dirty="0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5C2AA036-CA93-27FB-FB65-9F9CA24580CD}"/>
              </a:ext>
            </a:extLst>
          </p:cNvPr>
          <p:cNvSpPr/>
          <p:nvPr/>
        </p:nvSpPr>
        <p:spPr>
          <a:xfrm>
            <a:off x="8093810" y="183012"/>
            <a:ext cx="29546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工作流程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28060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BCA4334-3AAE-9F65-0B40-E6F1C90A0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0600" y="742575"/>
            <a:ext cx="3200847" cy="537285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6D2F2B0-8821-1AFE-71C8-E4D478E15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3328"/>
            <a:ext cx="3848334" cy="467134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10C802B-8FEB-10C0-8C0D-6A7D63B60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444" y="1033460"/>
            <a:ext cx="4768046" cy="479108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1630F0B-C182-F89F-79B5-0CA72FCB0840}"/>
              </a:ext>
            </a:extLst>
          </p:cNvPr>
          <p:cNvSpPr/>
          <p:nvPr/>
        </p:nvSpPr>
        <p:spPr>
          <a:xfrm>
            <a:off x="3545250" y="0"/>
            <a:ext cx="51015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Peachberry</a:t>
            </a:r>
            <a:r>
              <a:rPr lang="en-US" altLang="zh-CN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代碼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34572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2AA5820-47A3-0F63-96DE-8FF1E3F55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06760"/>
            <a:ext cx="10905066" cy="2644478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61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32C6293-68F1-CE18-5C88-B38A19CBE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70890"/>
            <a:ext cx="10905066" cy="5316218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56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15909A3-8E76-40D0-331E-B16E93D3E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93572"/>
            <a:ext cx="10905066" cy="507085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72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63</Words>
  <Application>Microsoft Office PowerPoint</Application>
  <PresentationFormat>寬螢幕</PresentationFormat>
  <Paragraphs>27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忠豪 林</dc:creator>
  <cp:lastModifiedBy>忠豪 林</cp:lastModifiedBy>
  <cp:revision>3</cp:revision>
  <dcterms:created xsi:type="dcterms:W3CDTF">2026-06-15T12:42:14Z</dcterms:created>
  <dcterms:modified xsi:type="dcterms:W3CDTF">2026-06-16T01:59:11Z</dcterms:modified>
</cp:coreProperties>
</file>